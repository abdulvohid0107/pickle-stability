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core question: pickle stability defined as hash-identical bytes, not mere object equality. We tested across protocols, environments, floats and recursion on CPython 3.12.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Correctness is about value equality after round-trip. Stability is about the bytes. The lab brief stresses equivalent-but-not-identical: same logical input, different serialized bytes. We use SHA-256 as the oracle.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pytest modules, 520 parameterised cases. Every dump goes through one helper so the oracle is defined once. Everything seeded for reproducibility, which the brief requires. Code is PEP8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consequential finding. String hashing is randomized per process, set iteration order follows hash order, so the pickle bytes change every run. Fixing the hash seed collapses 8 digests to 1. Integer sets are the control — they stay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F2 dict order, F3 aliasing via the memo, F4 float rounding, F5 signed zero, F6 the default-protocol trap, F7 cross-protocol divergence. None are bugs — they're properties callers must control. Same input is only well-defined once protocol and environment are pinned.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Reassure: pickle is correct and deterministic within a fixed process and protocol. The traceability matrix ties each property to its technique, test and outcome — F rows are findings, C rows are controls. All numbers reproducible from one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line: pickle is correct and deterministic once you fix the process and protocol; it is not hash-stable across processes, protocols, dict order, aliasing or float edge cases. Three practical recommendations. Note the limitations honestly. Everything reproducible from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4114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3A4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 50 4E 47  0A 1A  80 05 95  7D 71 00 2E 2E 2E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514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EB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the Stability &amp; Correctness of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</a:t>
            </a:r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685800" y="4297680"/>
            <a:ext cx="384048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3F5"/>
                </a:solidFill>
              </a:rPr>
              <a:t>"Does the same input always produce the same — hash-identical — output?"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Testing — LAB Project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E9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Sunnatillaev Mirvokhid · ID 312023705003 · CPython 3.12 · protocols 0–5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properties, one strict definition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Correctness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unpickle(pickle(x)) == x. The reconstructed object must equal the original. Necessary — but NOT enough.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Stability  (our focus)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29400" y="246888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Two outputs count as “the same” only when their SHA-256 digests match. Byte-for-byte identical, under all circumstances.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1352B"/>
                </a:solidFill>
              </a:rPr>
              <a:t>Equivalent ≠ Identical. 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2E"/>
                </a:solidFill>
              </a:rPr>
              <a:t>Changing 2+3 to 3+2, reordering a dict, or aliasing a list can keep objects equal while changing the pickle bytes. We hash the output to tell them apart.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2578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532120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7320" y="5440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Operating env.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383280" y="52578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553212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60520" y="5440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Protocol version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126480" y="52578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553212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5440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Float accuracy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8869680" y="52578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55321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46920" y="5440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Recursive data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520 tests · 7 modules · 4 techniques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29968"/>
            <a:ext cx="530352" cy="53035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488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1109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Equivalence partitioning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126480" y="1911096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2E"/>
                </a:solidFill>
              </a:rPr>
              <a:t>One representative per built-in type — determinism + round-trip across all protocols.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944368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191256"/>
            <a:ext cx="530352" cy="53035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3101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072384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Boundary value analysis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126480" y="307238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2E"/>
                </a:solidFill>
              </a:rPr>
              <a:t>Values straddling pickle's 1/2/4/8-byte opcode width transitions (255/256, 2³¹±1).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4105656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352544"/>
            <a:ext cx="530352" cy="53035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47141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23367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Fuzzing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126480" y="4233672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2E"/>
                </a:solidFill>
              </a:rPr>
              <a:t>Seeded recursive object generator (200 objects); differential determinism &amp; round-trip.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5266944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5513832"/>
            <a:ext cx="530352" cy="53035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63270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53949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White-box (all-uses)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126480" y="53949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2E"/>
                </a:solidFill>
              </a:rPr>
              <a:t>pickletools.genops assertions on memo GET/PUT, PROTO, FRAME, STOP opcodes.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hashing oracle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(src/pickle_stability.py)  ·  seeded randomness (FUZZ_SEED = 20250616)  ·  PEP8-clean (flake8)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</a:rPr>
              <a:t>KEY FINDING — F1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029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8686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 sets are non-deterministic across processes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6DCF5"/>
                </a:solidFill>
              </a:rPr>
              <a:t>A set/frozenset of strings is pickled in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2C39A"/>
                </a:solidFill>
              </a:rPr>
              <a:t>iteration order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6DCF5"/>
                </a:solidFill>
              </a:rPr>
              <a:t>, which depends on CPython's per-process string hash seed (PEP 456 SipHash). The same set pickled in 8 fresh interpreters →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8A80"/>
                </a:solidFill>
              </a:rPr>
              <a:t>8 different SHA-256 digests.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9718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C5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8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8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2DC"/>
                </a:solidFill>
              </a:rPr>
              <a:t>unique digests, default seed (unstable)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9718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C5A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8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4572000" y="3886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2DC"/>
                </a:solidFill>
              </a:rPr>
              <a:t>unique digests, PYTHONHASHSEED=0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29718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C5A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8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275320" y="3886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2DC"/>
                </a:solidFill>
              </a:rPr>
              <a:t>int-set control — never randomized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8006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C39A"/>
                </a:solidFill>
              </a:rPr>
              <a:t>Mitigation: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6DCF5"/>
                </a:solidFill>
              </a:rPr>
              <a:t>pin PYTHONHASHSEED  (or avoid string sets entirely).  Integer sets stay stable, isolating string hashing as the cause.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7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{'apple','banana','cherry'}  →  run 1: 6672aa…   run 2: 2a22df…   run 3: 7d1d88…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more ways equal inputs diverge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3911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391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Dict insertion order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32688" y="280720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</a:rPr>
              <a:t>{'a':1,'b':2} == {'b':2,'a':1} but bytes differ — dicts keep insertion order.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178308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03911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0391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76672" y="2057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Aliasing / memoization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7720" y="280720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</a:rPr>
              <a:t>[s, s] encodes a back-reference; equal-but-distinct copies do not.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10144" y="178308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03911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20391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61704" y="2057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Float rounding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02752" y="280720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</a:rPr>
              <a:t>0.1 + 0.2 = 0.30000000000000004 — never bit-equal to 0.3.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14223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422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91640" y="4160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Signed zero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2688" y="491032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</a:rPr>
              <a:t>0.0 == -0.0 is True, yet the sign bit changes the bytes.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25112" y="388620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9432" y="414223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99432" y="41422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76672" y="4160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Default ≠ highest protocol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617720" y="491032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</a:rPr>
              <a:t>dumps() uses DEFAULT (4), not HIGHEST (5) — silent byte change.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10144" y="388620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84464" y="414223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284464" y="41422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F7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061704" y="4160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Cross-protocol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302752" y="491032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</a:rPr>
              <a:t>Each protocol 0–5 emits a distinct stream — 6 unique digests.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&amp; REASSURANCE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stable — and how we trace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0FA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  Verified stable / correct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51460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1A1A2E"/>
                </a:solidFill>
              </a:rPr>
              <a:t>Repeat-dump in one process — always identical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1A1A2E"/>
                </a:solidFill>
              </a:rPr>
              <a:t>Round-trip value equality for every type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1A1A2E"/>
                </a:solidFill>
              </a:rPr>
              <a:t>NaN round-trips bit-identically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1A1A2E"/>
                </a:solidFill>
              </a:rPr>
              <a:t>Recursive / self-referential structures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1A1A2E"/>
                </a:solidFill>
              </a:rPr>
              <a:t>Aliasing preserved on unpickle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1A1A2E"/>
                </a:solidFill>
              </a:rPr>
              <a:t>Integer sets &amp; string-keyed dicts across processes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1A1A2E"/>
                </a:solidFill>
              </a:rPr>
              <a:t>200 fuzzed objects — deterministic + round-trip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0936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Traceability matrix (snapshot of 28 rows)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94560"/>
          <a:ext cx="52120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15468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P1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Repeat dump → same bytes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8090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P3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Round-trip preserves value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8090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F1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String set across processes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1352B"/>
                          </a:solidFill>
                        </a:rPr>
                        <a:t>FINDING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F2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Dict insertion order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1352B"/>
                          </a:solidFill>
                        </a:rPr>
                        <a:t>FINDING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F4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Float rounding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1352B"/>
                          </a:solidFill>
                        </a:rPr>
                        <a:t>FINDING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C1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Int set (control)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8090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W1–6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Opcode structure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28090"/>
                          </a:solidFill>
                        </a:rPr>
                        <a:t>PASS</a:t>
                      </a:r>
                      <a:endParaRPr lang="en-US" sz="11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309360" y="5029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Every numeric claim is regenerated by 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src/generate_findings.py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 &amp; deterministic — but not unconditionally stable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502152" cy="2057400"/>
          </a:xfrm>
          <a:prstGeom prst="roundRect">
            <a:avLst>
              <a:gd name="adj" fmla="val 4000"/>
            </a:avLst>
          </a:prstGeom>
          <a:solidFill>
            <a:srgbClr val="262C5A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72491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8712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Pin the protocol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391363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2C9EE"/>
                </a:solidFill>
              </a:rPr>
              <a:t>Always pass protocol= explicitly; never rely on the default.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5112" y="2468880"/>
            <a:ext cx="3502152" cy="2057400"/>
          </a:xfrm>
          <a:prstGeom prst="roundRect">
            <a:avLst>
              <a:gd name="adj" fmla="val 4000"/>
            </a:avLst>
          </a:prstGeom>
          <a:solidFill>
            <a:srgbClr val="262C5A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72491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87121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Fix the hash seed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7720" y="391363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2C9EE"/>
                </a:solidFill>
              </a:rPr>
              <a:t>Set PYTHONHASHSEED (or avoid string sets) for reproducible bytes.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10144" y="2468880"/>
            <a:ext cx="3502152" cy="2057400"/>
          </a:xfrm>
          <a:prstGeom prst="roundRect">
            <a:avLst>
              <a:gd name="adj" fmla="val 4000"/>
            </a:avLst>
          </a:prstGeom>
          <a:solidFill>
            <a:srgbClr val="262C5A"/>
          </a:solidFill>
          <a:ln/>
        </p:spPr>
      </p:sp>
      <p:sp>
        <p:nvSpPr>
          <p:cNvPr id="16" name="Shape 12"/>
          <p:cNvSpPr/>
          <p:nvPr/>
        </p:nvSpPr>
        <p:spPr>
          <a:xfrm>
            <a:off x="8302752" y="272491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87121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Canonicalise order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02752" y="391363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2C9EE"/>
                </a:solidFill>
              </a:rPr>
              <a:t>Sort dict keys / set members before pickling when bytes must match.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4937760"/>
            <a:ext cx="10789920" cy="0"/>
          </a:xfrm>
          <a:prstGeom prst="line">
            <a:avLst/>
          </a:prstGeom>
          <a:noFill/>
          <a:ln w="12700">
            <a:solidFill>
              <a:srgbClr val="3A417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8A80"/>
                </a:solidFill>
              </a:rPr>
              <a:t>Limitations: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2C9EE"/>
                </a:solidFill>
              </a:rPr>
              <a:t>single platform (CPython 3.12 / Linux); no C-extension objects (NumPy, custom __reduce__); cross-process check is statistical.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</a:rPr>
              <a:t>Reproduce: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  &amp;&amp;  pytest  &amp;&amp;  python src/generate_findings.py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E97C8"/>
                </a:solidFill>
              </a:rPr>
              <a:t>Repository: github.com/USERNAME/pickle-stability   ·   Thank you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Pickle Stability &amp; Correctness</dc:title>
  <dc:subject>PptxGenJS Presentation</dc:subject>
  <dc:creator>Sunnatillaev Mirvokhid</dc:creator>
  <cp:lastModifiedBy>Sunnatillaev Mirvokhid</cp:lastModifiedBy>
  <cp:revision>1</cp:revision>
  <dcterms:created xsi:type="dcterms:W3CDTF">2026-06-16T14:52:43Z</dcterms:created>
  <dcterms:modified xsi:type="dcterms:W3CDTF">2026-06-16T14:52:43Z</dcterms:modified>
</cp:coreProperties>
</file>